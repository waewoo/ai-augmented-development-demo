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1 minute.
Message principal : la session donne une méthode, des garde-fous et un exemple reproductible.
Formulation suggérée : « En une heure, vous ne deviendrez pas expert des agents de code. Vous repartirez avec une méthode que vous pourrez essayer dès demain. »
Action : annoncer que Kilo Code sera visible pendant la démonstration, mais que les principes sont transposables.
Point à ne pas oublier : pas de catalogue de technologies sur la couverture.
Transition : « Commençons par la promesse et ses limites. »
Si la démonstration ralentit : aucune action sur cette slide ; elle reste autonome.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2 minutes.
Message principal : donner une promesse réaliste, sans vendre une transformation instantanée.
Formulation suggérée : « Nous allons voir une méthode concrète : contexte, rules, skills, approbation et contrôles. »
Action : faire apparaître les deux phrases successivement avec un clic.
Point à ne pas oublier : la session ne transforme pas les participants en experts.
Transition : « Pour comprendre cette méthode, distinguons modèle, assistant et agent. »
Si la démonstration ralentit : rester sur les deux phrases ; aucune dépendance externe.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3 minutes.
Message principal : la portée augmente de la réponse vers l’action, donc le besoin de contrôle augmente aussi.
Formulation suggérée : « L’agent peut explorer le dépôt, modifier plusieurs fichiers et exécuter les tests. Le développeur doit contrôler son périmètre et vérifier le résultat. »
Action : révéler les trois compositions successivement.
Point à ne pas oublier : MCP expose des outils ou sources de façon standardisée ; un hook déclenche une action avant ou après un événement ; un sous-agent ajoute coordination et coût.
Alternatives : Continue, OpenCode et IBM Bob existent également ; Kilo Code n’est qu’un exemple choisi pour la démonstration.
Transition : « Comment rendre ces actions visibles et contrôlables ? »
Si la démonstration ralentit : lire les trois définitions sans dépendre d’un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2 minutes.
Message principal : le workflow sépare compréhension, action et preuve.
Formulation suggérée : « Je ne donne pas à l’agent une autorisation implicite de tout modifier. Je rends les étapes observables. »
Action : faire apparaître le diagramme étape par étape.
Point à ne pas oublier : l’approbation peut réduire le périmètre avant le coût de l’implémentation.
Transition : « La première étape — comprendre — dépend du contexte disponible. »
Si la démonstration ralentit : montrer le diagramme statique, qui possède un fallback lisible.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3 minutes.
Message principal : le contexte est le premier facteur de qualité.
Formulation suggérée : « Je donne d’abord à l’agent les moyens de comprendre le projet : code, demande, architecture, conventions, tests, commandes et contraintes de sécurité. »
Action : révéler les nœuds de la carte progressivement.
Point à ne pas oublier : l’historique utile peut aider ; charger tout le dépôt n’est pas automatiquement meilleur.
Transition : « Testons cette découverte sans modifier un seul fichier. »
Si la démonstration ralentit : la carte et la phrase de synthèse sont suffisantes.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
Durée maximale : 4 minutes.
Résultat attendu : l’agent décrit le dépôt sans modifier de fichier.
Action : basculer vers Kilo Code en mode planification/lecture seule et saisir le prompt d’exploration de docs/demo-prompts.md.
Message principal : « Je donne d’abord à l’agent les moyens de comprendre le projet. »
Retour : revenir vers Slidev après deux ou trois observations utiles, sans lire la réponse ligne par ligne.
Solution de secours : afficher demo-assets/expected-plan.md ou docs/demo-runbook.md.
Transition : « Certaines attentes ne doivent pas être répétées à chaque demande : ce sont les rules.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2 minutes.
Message principal : une rule fixe ce qui doit être respecté ; elle est lisible et auditable mais appliquée au mieux par le modèle.
Formulation suggérée : « Les rules donnent les contraintes propres au projet. »
Action : faire apparaître l’avant/après ; montrer ensuite kilo.jsonc et .kilo/rules/.
Point à ne pas oublier : ne pas présenter les rules comme une barrière de sécurité.
Transition : « La différence se voit déjà dans un plan, sans faire deux implémentations. »
Si la démonstration ralentit : ouvrir plan-without-rules.md et plan-with-rules.md localement.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2 minutes.
Message principal : les skills rendent une procédure répétable et évitent de réécrire un long prompt.
Formulation suggérée : « Le skill rend la méthode répétable. »
Action : pointer les trois skills du dépôt et leur frontmatter name/description.
Point à ne pas oublier : un skill n’est pas une permission ; il décrit une procédure.
Transition : « Demandons maintenant un plan avant de demander du code. »
Si la démonstration ralentit : afficher directement les trois fichiers SKILL.md.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
Durée maximale : 4 minutes.
Résultat attendu : un plan en lecture seule pour le filtre optionnel status sur GET /tasks.
Action : basculer vers Kilo Code, utiliser plan-change, puis revenir vers Slidev avec le plan affiché.
Message principal : « Le plan est un point de contrôle humain, pas une formalité. »
Point d’approbation : demander au présentateur de lire le plan et de l’approuver explicitement avant toute écriture.
Solution de secours : afficher demo-assets/expected-plan.md.
Transition : « Le plan est approuvé ; l’agent peut maintenant agir dans un périmètre connu.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
Durée maximale : 4 minutes.
Résultat attendu : le filtre optionnel est implémenté avec tests, sans changement hors périmètre.
Action : basculer vers Kilo Code, saisir le prompt implement-change après approbation, puis revenir vers Slidev pour montrer l’évolution.
Message principal : l’agent propose et exécute ; le développeur reste responsable.
Point à ne pas oublier : conserver le comportement sans filtre et obtenir 422 pour un statut invalide.
Solution de secours : afficher demo-assets/expected-diff.md puis ouvrir le tag demo/implemented.
Transition : « Une modification crédible doit être suivie de contrôles déterministes.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4 minutes.
Message principal : la validation est déterministe et vérifiable.
Formulation suggérée : « J’accepte le résultat parce que les contrôles sont verts, pas parce que l’agent dit “terminé”. »
Action : révéler les commandes puis montrer leur sortie réelle dans le terminal.
Point à ne pas oublier : montrer aussi le diff et les quatre comportements API.
Transition : « L’ensemble de ces règles, outils, tests et permissions forme le harnais. »
Si un test échoue : ne pas masquer l’échec ; afficher expected-checks.md et expliquer ce qui reste ouvert.
Solution de secours : demo-assets/expected-checks.md.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3 minutes.
Message principal : le harnais encadre les capacités, les permissions et les boucles de validation.
Formulation suggérée : « Le harnais est l’ensemble du contexte, des règles, outils, tests, permissions et boucles de validation qui encadrent l’agent. »
Action : faire apparaître les couches successivement, du contexte à la revue humaine.
Point à ne pas oublier : hooks et CI sont des éléments d’automatisation, pas des garanties magiques.
Transition : « Une dernière passe compare le résultat à la demande initiale. »
Si la démonstration ralentit : lire la pile de couches statique.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
Durée maximale : 3 minutes.
Résultat attendu : observations classées par sévérité et conclusion explicite sur les problèmes bloquants.
Action : basculer vers Kilo Code, utiliser review-change en lecture seule, puis revenir vers Slidev.
Message principal : « Je regarde le diff et les contrôles, pas uniquement le résumé de l’agent. »
Point à ne pas oublier : le skill de revue ne modifie aucun fichier.
Solution de secours : utiliser demo-assets/expected-diff.md et demo-assets/expected-checks.md comme revue guidée.
Transition : « Si l’on veut plus de structure, des frameworks existent — sans remplacer le jugement.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3 minutes.
Message principal : les frameworks sont des accélérateurs facultatifs, pas un passage obligatoire.
Formulation suggérée : « On peut commencer avec quelques rules et skills simples avant d’adopter un framework complet. »
Action : présenter chaque framework par sa logique principale et son niveau d’abstraction, sans matrice complexe.
Point à ne pas oublier : mentionner Spec Kit, OpenSpec, BMAD Method et AIDD sans comparaison partisane.
Transition : « Ce qui reste constant, quel que soit l’outil, ce sont les cinq gestes suivants. »
Si la démonstration ralentit : cette slide ne dépend d’aucun service en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4 minutes.
Message principal : cinq gestes simples et une responsabilité humaine constante.
Formulation suggérée : « Le TDD semble fournir une boucle particulièrement lisible pour l’agent. C’est une piste intéressante, mais ce n’est ni obligatoire ni une pratique que je prétends aujourd’hui maîtriser avec l’IA. »
Action : révéler les cinq gestes progressivement, puis passer la parole.
Point à ne pas oublier : ne jamais placer de secret dans prompts, rules, logs ou fichiers ; limiter les permissions ; travailler sur branche ou worktree ; examiner le diff ; ne pas donner accès à la production.
Transition : passer 8 minutes à l’intervenant formation, puis réserver 10 minutes aux questions.
Si la démonstration échoue : rappeler que le dépôt contient plan, diff, contrôles et tags de secours.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Premiers pas vers le développement augmenté par l’IA</dc:title>
  <dc:subject>Une méthode concrète pour travailler avec des agents de code</dc:subject>
  <dc:creator/>
  <cp:lastModifiedBy/>
  <cp:revision>1</cp:revision>
  <dcterms:created xsi:type="dcterms:W3CDTF">2026-09-21T13:48:06Z</dcterms:created>
  <dcterms:modified xsi:type="dcterms:W3CDTF">2026-09-21T13:48:06Z</dcterms:modified>
</cp:coreProperties>
</file>